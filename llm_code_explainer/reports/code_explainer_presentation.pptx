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032ff9aed45af" /><Relationship Type="http://schemas.openxmlformats.org/officeDocument/2006/relationships/extended-properties" Target="/docProps/app.xml" Id="R1484032a458342a6" /><Relationship Type="http://schemas.openxmlformats.org/officeDocument/2006/relationships/officeDocument" Target="/ppt/presentation.xml" Id="Rac1b6989580a43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d6678c25b44fe6"/>
  </p:sldMasterIdLst>
  <p:notesMasterIdLst>
    <p:notesMasterId xmlns:r="http://schemas.openxmlformats.org/officeDocument/2006/relationships" r:id="Red37a35aad9f4682"/>
  </p:notesMasterIdLst>
  <p:sldIdLst>
    <p:sldId xmlns:r="http://schemas.openxmlformats.org/officeDocument/2006/relationships" id="256" r:id="R1775cef96edd4aa5"/>
    <p:sldId xmlns:r="http://schemas.openxmlformats.org/officeDocument/2006/relationships" id="257" r:id="R783aa2878c5e47c4"/>
    <p:sldId xmlns:r="http://schemas.openxmlformats.org/officeDocument/2006/relationships" id="258" r:id="R50005b8419b14f06"/>
    <p:sldId xmlns:r="http://schemas.openxmlformats.org/officeDocument/2006/relationships" id="259" r:id="R3eb4a8a44e61440a"/>
    <p:sldId xmlns:r="http://schemas.openxmlformats.org/officeDocument/2006/relationships" id="260" r:id="R54cae63be3ee4d7b"/>
    <p:sldId xmlns:r="http://schemas.openxmlformats.org/officeDocument/2006/relationships" id="261" r:id="Rc3e82f46b2b04973"/>
    <p:sldId xmlns:r="http://schemas.openxmlformats.org/officeDocument/2006/relationships" id="262" r:id="Rf6e6846b8c384a12"/>
    <p:sldId xmlns:r="http://schemas.openxmlformats.org/officeDocument/2006/relationships" id="263" r:id="Rcad5f4264fff46d5"/>
    <p:sldId xmlns:r="http://schemas.openxmlformats.org/officeDocument/2006/relationships" id="264" r:id="Rc93647feceab4059"/>
    <p:sldId xmlns:r="http://schemas.openxmlformats.org/officeDocument/2006/relationships" id="265" r:id="R51ba9ae606a349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023f5ba28842c2" /><Relationship Type="http://schemas.openxmlformats.org/officeDocument/2006/relationships/slideMaster" Target="/ppt/slideMasters/slideMaster1.xml" Id="R96d6678c25b44fe6" /><Relationship Type="http://schemas.openxmlformats.org/officeDocument/2006/relationships/notesMaster" Target="/ppt/notesMasters/notesMaster1.xml" Id="Red37a35aad9f4682" /><Relationship Type="http://schemas.openxmlformats.org/officeDocument/2006/relationships/presProps" Target="/ppt/presProps.xml" Id="R578ae84ceaf14f50" /><Relationship Type="http://schemas.openxmlformats.org/officeDocument/2006/relationships/viewProps" Target="/ppt/viewProps.xml" Id="R22685d991401402e" /><Relationship Type="http://schemas.openxmlformats.org/officeDocument/2006/relationships/tableStyles" Target="/ppt/tableStyles.xml" Id="R3294e427cd644698" /><Relationship Type="http://schemas.openxmlformats.org/officeDocument/2006/relationships/slide" Target="/ppt/slides/slide1.xml" Id="R1775cef96edd4aa5" /><Relationship Type="http://schemas.openxmlformats.org/officeDocument/2006/relationships/slide" Target="/ppt/slides/slide2.xml" Id="R783aa2878c5e47c4" /><Relationship Type="http://schemas.openxmlformats.org/officeDocument/2006/relationships/slide" Target="/ppt/slides/slide3.xml" Id="R50005b8419b14f06" /><Relationship Type="http://schemas.openxmlformats.org/officeDocument/2006/relationships/slide" Target="/ppt/slides/slide4.xml" Id="R3eb4a8a44e61440a" /><Relationship Type="http://schemas.openxmlformats.org/officeDocument/2006/relationships/slide" Target="/ppt/slides/slide5.xml" Id="R54cae63be3ee4d7b" /><Relationship Type="http://schemas.openxmlformats.org/officeDocument/2006/relationships/slide" Target="/ppt/slides/slide6.xml" Id="Rc3e82f46b2b04973" /><Relationship Type="http://schemas.openxmlformats.org/officeDocument/2006/relationships/slide" Target="/ppt/slides/slide7.xml" Id="Rf6e6846b8c384a12" /><Relationship Type="http://schemas.openxmlformats.org/officeDocument/2006/relationships/slide" Target="/ppt/slides/slide8.xml" Id="Rcad5f4264fff46d5" /><Relationship Type="http://schemas.openxmlformats.org/officeDocument/2006/relationships/slide" Target="/ppt/slides/slide9.xml" Id="Rc93647feceab4059" /><Relationship Type="http://schemas.openxmlformats.org/officeDocument/2006/relationships/slide" Target="/ppt/slides/slide10.xml" Id="R51ba9ae606a349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3a3df46ec848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2d4f700c4448e4" /><Relationship Type="http://schemas.openxmlformats.org/officeDocument/2006/relationships/notesMaster" Target="/ppt/notesMasters/notesMaster1.xml" Id="Rff30df5dee52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03728a85f4963" /><Relationship Type="http://schemas.openxmlformats.org/officeDocument/2006/relationships/notesMaster" Target="/ppt/notesMasters/notesMaster1.xml" Id="Ra8b6a78aeef34e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9fb0af2c64d16" /><Relationship Type="http://schemas.openxmlformats.org/officeDocument/2006/relationships/notesMaster" Target="/ppt/notesMasters/notesMaster1.xml" Id="Rc8fbe51e55b442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96e07d10c24e1f" /><Relationship Type="http://schemas.openxmlformats.org/officeDocument/2006/relationships/notesMaster" Target="/ppt/notesMasters/notesMaster1.xml" Id="R345f29001a1c42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8f0ae8f807441a" /><Relationship Type="http://schemas.openxmlformats.org/officeDocument/2006/relationships/notesMaster" Target="/ppt/notesMasters/notesMaster1.xml" Id="R1c4b486a1e3947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e9688914bc4d54" /><Relationship Type="http://schemas.openxmlformats.org/officeDocument/2006/relationships/notesMaster" Target="/ppt/notesMasters/notesMaster1.xml" Id="Rc93ac90e5f1b43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87b78ba87241a1" /><Relationship Type="http://schemas.openxmlformats.org/officeDocument/2006/relationships/notesMaster" Target="/ppt/notesMasters/notesMaster1.xml" Id="Rfb17fca011a943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7db8766e9b4d17" /><Relationship Type="http://schemas.openxmlformats.org/officeDocument/2006/relationships/notesMaster" Target="/ppt/notesMasters/notesMaster1.xml" Id="R0d7fb594b96146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c2e5328512462a" /><Relationship Type="http://schemas.openxmlformats.org/officeDocument/2006/relationships/notesMaster" Target="/ppt/notesMasters/notesMaster1.xml" Id="R5e1ab1a79ba44e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904f88c5a24926" /><Relationship Type="http://schemas.openxmlformats.org/officeDocument/2006/relationships/notesMaster" Target="/ppt/notesMasters/notesMaster1.xml" Id="R13ef01f0891543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f733deb7843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5f48fa2b0f4cbe" /><Relationship Type="http://schemas.openxmlformats.org/officeDocument/2006/relationships/slideLayout" Target="/ppt/slideLayouts/slideLayout1.xml" Id="R5f777645f0ab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777645f0ab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29983b1724e8a" /><Relationship Type="http://schemas.openxmlformats.org/officeDocument/2006/relationships/notesSlide" Target="/ppt/notesSlides/notesSlide1.xml" Id="Rd4ee57b45cf84e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2564349d54c4c" /><Relationship Type="http://schemas.openxmlformats.org/officeDocument/2006/relationships/notesSlide" Target="/ppt/notesSlides/notesSlide2.xml" Id="Ra2b814dd6faa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281c344b34f84" /><Relationship Type="http://schemas.openxmlformats.org/officeDocument/2006/relationships/notesSlide" Target="/ppt/notesSlides/notesSlide3.xml" Id="R59b66f6b854f43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0fe8b60ae4029" /><Relationship Type="http://schemas.openxmlformats.org/officeDocument/2006/relationships/notesSlide" Target="/ppt/notesSlides/notesSlide4.xml" Id="Ra65de54ad44a41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bc7c496434a94" /><Relationship Type="http://schemas.openxmlformats.org/officeDocument/2006/relationships/notesSlide" Target="/ppt/notesSlides/notesSlide5.xml" Id="R85779170e1b245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744d75ace4473" /><Relationship Type="http://schemas.openxmlformats.org/officeDocument/2006/relationships/notesSlide" Target="/ppt/notesSlides/notesSlide6.xml" Id="R379935189a2b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da249533f4134" /><Relationship Type="http://schemas.openxmlformats.org/officeDocument/2006/relationships/notesSlide" Target="/ppt/notesSlides/notesSlide7.xml" Id="R01f2b137e82641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a71a7bf834259" /><Relationship Type="http://schemas.openxmlformats.org/officeDocument/2006/relationships/notesSlide" Target="/ppt/notesSlides/notesSlide8.xml" Id="Ra98f49c6e4744b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3ec8c36c84444" /><Relationship Type="http://schemas.openxmlformats.org/officeDocument/2006/relationships/notesSlide" Target="/ppt/notesSlides/notesSlide9.xml" Id="R9f0bc1fc3d844f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acd2cc46e47bb" /><Relationship Type="http://schemas.openxmlformats.org/officeDocument/2006/relationships/notesSlide" Target="/ppt/notesSlides/notesSlide10.xml" Id="R433a10d6a8ae48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64FFF7-D0B1-4447-A437-F3AD193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D6A8C-BE6D-44EF-ACA7-11F6F321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76200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6325F-8D0B-4A11-AB05-6E08586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3AC03-012A-4F56-B615-489D4F66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课程汇报 PPT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7EADF-3FCD-401A-BA45-F439500D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876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基于大模型的代码解释助手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设计与评测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DD672-70A9-49A5-A7A9-A29A0A21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面向编程初学者的 Python / C / C++ 代码中文结构化解释系统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9C5B6-5917-40A4-85CE-05EBB535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781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28A75-F5F3-4682-B91E-8B6CEB5F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809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默认 mock 模式离线可运行；可选 OpenAI API；包含 22 条测试样例、系统设计文档、测试报告与实验报告。</a:t>
            </a:r>
          </a:p>
        </p:txBody>
      </p:sp>
    </p:spTree>
    <p:extLst>
      <p:ext uri="{BB962C8B-B14F-4D97-AF65-F5344CB8AC3E}">
        <p14:creationId xmlns:p14="http://schemas.microsoft.com/office/powerpoint/2010/main" val="12819270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4E1717-B689-4E02-ADF5-69DECBE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56407-2780-4F1A-A137-62161E06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36126-3CF8-44F4-BBB3-AF6144A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ASSIGNMENT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654EA-8104-4C48-A149-3966B067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作业要求被拆成 4 个可验收交付物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30BB2-C843-471C-8704-D2C9AE0E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13E4A-6D6F-47D7-B32F-E95F3A86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E14C4-7B3F-4AA6-B489-479360C5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B4F61-E752-4B80-B072-6CA3441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057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代码解释助手：输入代码，输出面向初学者的中文解释。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0C4F6-DC15-4FB8-A141-3792C66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5D117-C990-4F58-AF6E-201B5806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E2D65-0688-4986-A994-7802D11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716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样例与评测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44692-E2B5-4EB1-90BD-890E7C7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33600"/>
            <a:ext cx="2057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22 条用户输入样例，覆盖语法结构、风险点和 C/C++ 基础代码。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98540-D0BA-46D4-B1EB-FD41B15A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DFE35-9CD0-41FA-AE43-468AE462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2DC5B-A1E3-46BD-9766-8C1857F0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716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模型接口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E12C7-9C9D-4839-A970-0B01BE7A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2057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统一 LLMClient，默认 mock，可选通过环境变量调用 OpenAI。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82446-373E-4F99-994F-818A65D2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1925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9E8DF-2389-4383-BEB1-CEBBA0F8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19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8A87F-A417-40EF-B0C7-7854279C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文档报告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D1A50-A67F-4BB0-919A-F469AC7B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33600"/>
            <a:ext cx="1866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README、系统设计、测试报告、实验报告、使用说明齐备。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7EC36-5CBD-4F4C-8522-ED8608D3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设计原则：课程作业级原型，而不是生产级平台。少依赖、少代码、可直接运行、可复现实验结果。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9F27D-E28D-410B-909B-38B22C4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4CF2F-50BB-40E3-8BC0-4477634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50208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FBF5E-7B76-47D0-8C95-4B1074B8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C7D19-3101-44A9-9727-7972A834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05BB-8EDB-4508-87A4-B1317EB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6ECC8-2FB7-44C5-82CB-FA485E51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最小但完整：把复杂性压在系统边界外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B22CB-B1A4-4732-8389-E434D906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6463E-143B-4A4C-B0D2-18598D0F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测试样例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69143-A0FD-48A4-8454-07FB157E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5CDAD-0F32-4DCD-9B0D-BFD9FCCE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默认第三方依赖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F6A8D-23BC-4C4A-B9AB-0E516E6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0D7CB-2745-40D8-9C80-F79F782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241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模型模式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FBC0C-1A02-41D3-9F8F-049B2F5F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4.77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8F371-E7FF-4861-A680-9AE91A55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综合平均分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89627-4B2D-44DD-B3C3-F7B56923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CC31A-6686-411C-878C-F11DFF5B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B13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9ADCF-2976-4FF4-9C60-8F1ED6E7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61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不做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BD738-2123-4882-9D5B-C8EB0BD2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195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B13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8A387-2317-4E60-9A7D-3732FC3E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861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不做多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AF582-94F4-45C1-AE89-B668C2D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B13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DB3C9-3110-4B15-8536-1FBEE929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861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不做数据库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ACE5B-E37F-4222-AA42-BDE1B96E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195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B13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60937-60A9-4C7E-BAE8-960B6157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861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不做复杂前端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43F56-E816-4DC4-93A1-2DB2C8B3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195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B13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78BB6-C9F2-45CF-984D-16B56F9E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861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不依赖 API Key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EBD90-DFDB-4C4C-9899-22E4BB53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保留真正需要展示的大模型应用要素：应用场景、统一模型接口、结构化输出、异常处理、用户反馈、测试与人工评分。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5ADF8-93A1-455E-BEE2-1E726BD9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EF8550-129D-4F80-9F68-6F698EC6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13858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46A3D-2034-45F5-8C2D-A1897BE6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370F0-B8B2-42AA-8F75-D5B5D58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5A486-20C0-48DA-BBE0-34B8FE2E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AADFC-1172-4D89-803B-9E575BC2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系统采用清晰的命令行分层架构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D698D-F98C-4282-8BD4-F2CEB14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80657-A7D7-4CF3-A728-AFD6DF45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5A8E3-4220-4511-8C15-EF51742B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7F1FB-4F8F-4C46-A180-45C7CE7E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--code 或 --file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DC5D3-9790-4CA4-B593-3E17AAAB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F2325-3C46-45DA-8CBE-892B2E5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1E717-77BA-4879-985F-2F032580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669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app.py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7ACC6-5ADF-48B9-B9E7-5630C47F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28850"/>
            <a:ext cx="1485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参数解析与异常处理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AEE52-CD3C-469E-8B76-AB9337B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88239-A823-4898-B491-2B417864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1BC71-A5FF-4C1C-B153-D33D372A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669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prompt_builder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F5883-41BB-4B6D-B21A-2BB04924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288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构造结构化提示词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CA2CF-77BD-4B1D-83AD-35A2E706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B9B8C-B372-426F-ABD8-B808937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95255-2766-4133-88DB-9E44DFC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LLMClient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81E24-8C92-488F-BB40-90BA4933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统一模型调用接口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CB1109-EF66-41F0-A249-5015F29D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669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88776-1211-46E2-97FD-039ED49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19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1EF19-F709-4E1E-877D-8D0E2930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669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B7E73-8AEF-4C87-BE3A-B7536776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19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4B001-47E9-4592-A0D8-0DB8C6E2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669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9E8A2-AC1B-4F90-AFB2-B3B3EB2B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19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FF8937-DE0F-4934-966E-A3F3F11B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4F5C1-8E20-45D4-8D1A-99AD97F2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90AF1-F356-4FEA-A137-FA09666B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005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mock_llm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C71841-1A9A-4BD5-9F25-4AB1CBF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624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离线规则解释，默认运行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7ACDDB-CBFA-4047-B905-85D98262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5F9B8-3591-4CFF-8027-1538DE4D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7A43FC-704E-4A92-A61D-8CD6F6CF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005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7C61EE-6A01-410C-ADD2-103CDDB9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624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可选真实模型调用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9E41ED-FC29-44B6-ADA1-B30BAC2F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9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483AAE-EFE7-46C9-8959-33A6649F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27994A-9208-4362-BA9B-FEAA65BE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9B1186-C08D-48F5-B9B3-AAA881FB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95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E429C9-4DF6-48EE-A6A0-3839029F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核心取舍：默认路径完全离线，真实大模型路径作为接口扩展。这样既能验收，又能体现大模型应用系统设计。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706842-6CC3-4BA9-973A-04695D89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2613CC-9177-4867-837C-3B01A275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8410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F520E-61CB-4675-9D4C-CD6641E4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2E207-6D6C-4AB9-B604-96DEFCB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27A97-F55F-4280-87ED-3FA31DDA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3E5D4-215A-430E-BAF9-59C4EE9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mock 模型不是占位符，而是可解释的规则基线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51B06-7398-4BCB-9443-8C6782B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BEA8D-60BB-4077-83F4-93F6D852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F1E05-998A-43DB-96CC-B683324E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语言判断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C4504-CD4E-43D6-9B9D-D20246C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2724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识别 Python、C、C++：print / range / open / printf / cout / include 等线索。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03FDE-C913-4D44-AB08-27AA1072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6B0D5-782C-4941-A967-F7C78A42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761D4-AD6A-4886-93B6-092E253E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结构识别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FF42D-DF86-4643-9921-431BA51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33600"/>
            <a:ext cx="2724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循环、条件、函数、类、列表、字典、排序、递归、输入输出、文件读写。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F8036-3192-45DD-8A28-9B6D33D6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135F4-9487-45C0-8A1D-14858DD6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A39DF-A26E-422E-8B29-BCD75CEB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716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风险检测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91590-C524-4802-A9F8-85C05294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724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eval、exec、while True、裸 except、password、文件写入等风险。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582B5-8B42-4E52-A822-6E049A00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8858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9D538-DEA6-4018-99ED-B7AE3750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输出固定为：语言判断 / 功能概述 / 关键语句解释 / 变量说明 / 执行流程 / 潜在问题 / 优化建议 / 学习提示。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BFDA3-A9DB-45ED-96DF-9679C45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E00C5-353E-4424-B82F-EB07F0F0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45661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3BAB2-C7D7-4384-BAA4-42A845AF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428C1-21B7-4CD5-843C-B489E018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02569-A0BA-4A8A-9324-9F715549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MODEL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74927-A9E8-485C-8734-8A86DE8A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模型接口支持离线演示，也保留真实 API 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D1913-BC2E-4D38-AD7B-009269DD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DFF64-BCC4-45FD-844E-D89E179E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E8A59-B72A-4701-9C14-A2A6167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默认 mock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50DA9-3B01-43CA-ABBF-702C972C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LLM_MODE=mock</a:t>
            </a:r>
          </a:p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无需 Key / 无需网络 / 标准库可运行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4BE52-7D48-4B5A-B2D3-50F82E44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8E963-A1D7-4FF3-86C2-C2F15D6C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5CFB9-436D-4195-84A0-4FE0305E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193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统一接口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7E82B-0499-4B71-BF4B-BBE1D4A3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LLMClient.explain_code(code, prompt)</a:t>
            </a:r>
          </a:p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屏蔽不同模型来源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48146-CED7-413C-81FB-E91A0870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669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10F57-71B1-4C20-988A-90898DE8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669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B39BF-8001-412A-847D-D76A9AF4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193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可选 OpenAI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9840D-4CD0-4EBB-A639-5B4E675A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LLM_MODE=openai</a:t>
            </a:r>
          </a:p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OPENAI_API_KEY</a:t>
            </a:r>
          </a:p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OPENAI_MODEL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193B2-8045-4926-BE81-9E893DF2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78597-4755-4731-8EA2-7A96A1F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ED268-E1C6-425A-9D35-950D185C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3A2F0-875F-4227-913F-E4732DF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0B581-39C4-4538-889C-6461E42C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62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异常处理：缺少 API Key、SDK 未安装、模型调用失败时返回友好说明，不影响 mock 模式验收。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EA609-40A5-40B4-A153-BD6BFD34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3E6B6-8D68-41EB-BD4C-C037176E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26368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6EA11-3EC9-4FF1-B0BB-C9A98951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DCF21-569E-4525-817C-49FD504A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CEFE9-1581-4875-9B4B-2066DC6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EVALUATION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9B743-198B-4A4F-952E-3BDD5EAF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测试集覆盖语法、风险与语言多样性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E39F0-B9D1-4711-9482-3C993A0A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809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E3601-E7F6-4B81-8235-CBDF8F90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14FF9-AC01-4777-9794-AB39B84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基础语法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6D4FE-0E72-4809-A282-D3DB8284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14859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Hello、变量、if、for、while、函数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990C2-DB45-49AE-B9B0-56ADEADA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1809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7369C-DAFD-44A9-A0B6-945A5536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4D577-72F6-45EA-B0DA-4B6CBC2A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669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ACB44-8CFC-4482-A0B4-E219B786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28850"/>
            <a:ext cx="14859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列表、字典、排序、综合平均值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64506-C738-4849-86C6-0C1B0AD5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1809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623D3-5448-433E-B692-07AD17F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D6129-6A71-4BA0-A50D-D9531E1D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工程场景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38205-121B-43BD-A7E3-B65FCDC8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28850"/>
            <a:ext cx="14859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文件读写、input、try/except、类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F20F3-68BB-49EF-8E18-DFFD4DED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809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B4540-1EE6-474D-B423-ADEECA3C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7A9E2-8F02-47F7-98B2-CA0DB17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669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风险样例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2E46D-14B6-4844-8E48-68D67F43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28850"/>
            <a:ext cx="14859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eval、while True、裸 except、password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504E6-8F9A-4CBA-B99F-9FDF85FE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809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1351A-69EC-4BD0-B72E-8D7E8591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FBF5F-C015-48B5-9322-26CE051E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多语言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1084F-84C7-42FE-9DD2-7F32217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28850"/>
            <a:ext cx="14859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 printf、C++ cout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BAC6F-5614-48BB-A785-02896D4D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D71EB-948F-431A-BDA1-CCFD00F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评分维度：completeness / clarity / usefulness / risk_detection / overall，1-5 分人工评分。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764AFB-4D3F-4AA5-A5DF-1F5581E7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C4E3E2-6ED3-47B4-9D69-2715A3F1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42215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4EBB4F-41BB-4768-B63C-CE62993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CF899-9C0E-41C7-B7AA-E835A1AE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16052-BCC9-492E-9215-4EBA9561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CB5FA-4256-4FE6-B004-215400AD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22 条样例平均综合分 4.77，风险识别最高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56435-3E35-42FB-BA48-40D4F17A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完整性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E9086-C10F-4D03-8534-317F9E8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145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8F7B8-9CC4-4FDB-A85C-C555B16B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14500"/>
            <a:ext cx="684809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F3D81-7813-4122-B5EE-F8D34196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573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4.73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11CB4-3355-4205-939D-35CA9DDB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清晰度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3CD4F-BD38-43C1-BFBE-B9E081C4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0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C108D-4F70-412E-A4DA-1ECF85EF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0300"/>
            <a:ext cx="697839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9C7EC-2095-46BB-A6D7-6ABEBBC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4.82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7BDC7-1721-402B-83DB-2607DEA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实用性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17572-4617-4311-A71E-A8B35F25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DA216-FD44-48CE-8939-484A904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684809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AD516-9823-49DE-BB57-1ADD8C0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4.73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6BB5C-6128-4961-88B2-6FD68442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风险识别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90244-751E-43EE-A02D-5A9336B7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8CB9C-5422-4312-A991-F82DB87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703630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E40B4-904D-4B16-BE70-41462897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4.86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DB369-6860-4DCA-8546-F28E164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综合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40C55-8AF8-41CE-8DD6-F2BB072C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E5B24-6574-41FD-843D-031DA264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690600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9BE236-9C2A-402C-B7AD-C233E3B5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4.77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DC5823-F556-4A0E-8D34-5322A36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180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09550" tIns="209550" rIns="171450" bIns="1714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系统在课程样例中表现稳定，尤其适合解释基础语法和显式风险。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7F788-0428-4DB6-AE24-477F9DC9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878E4E-DB82-4AD7-8186-E314E5A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50468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42176-ED91-4ADC-A32E-A93B9D21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82B54-A851-43E2-A0EF-D6F39A0D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AF881-82F7-4E17-BA19-0CFE2864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DEMO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21916-0401-4A97-97F4-0F602268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典型案例展示系统的解释和风险提醒能力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BA40A-CD31-4485-BB6B-36CA16A6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1722B-F227-46BE-97EE-32A63E60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4D4E8-1CDE-4C67-8168-07FDA00E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eval 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6B012-25B0-49C5-9998-48D3EE58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9146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输入：print(eval(expr))</a:t>
            </a:r>
          </a:p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输出会提示 eval 会执行不可信字符串，建议避免动态执行。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96A99-247F-4680-9651-2275427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2DE1A-C343-46C0-93D4-F77A6C89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823C2-0F90-4738-9DEE-97AF2033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while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4E3EE-B768-4DB8-BAEA-8EDEB8EA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29146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输入：循环读取 command</a:t>
            </a:r>
          </a:p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输出会提醒必须存在可靠退出条件，并解释 break 的作用。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B13C5-8368-4C04-8867-F4F418AD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33D9A-8C6E-46F9-84BA-F569A58F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2F364-28F5-4375-BE6C-119C24C0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文件写入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1B10C-C956-4CB6-94D2-13064239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9146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输入：open(..., 'w')</a:t>
            </a:r>
          </a:p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输出识别为 Python，并提示覆盖文件和权限风险。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05B56-DB27-4987-AD97-F8FCDB54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81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测试报告中保留完整系统输出；JSON 结果中可追溯每条样例的输入、期望关注点、评分和输出。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E4E0E-4012-440B-9FD0-B8733419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F6EBF-2522-458B-A9E6-9BFC98C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58620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6506C-0B1A-4710-9742-54C19C3C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A70B2-0CBE-436A-89DF-99723ED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E9332-37B3-45CD-9F2A-3A3590B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6B6D4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64D56-BBE9-45B8-8BBA-5D7785C3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结论：已完成一个可运行、可评测、可提交的小型大模型应用系统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E01CB-D70C-47C8-A6CE-28C02F2A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D45A3-612B-479B-B9BC-E79E38E9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83703-8C6C-4C4A-86AD-96BD753A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0C1CC-D6BC-4A2E-A9C9-AB91AFAF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628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CLI 原型、mock/OpenAI 接口、22 条样例、结构化输出、用户反馈、文档与报告。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F5E9D-D656-4361-9774-55A58F0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CD4C5-499E-4B7C-8917-B9B414E7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76B4B-F941-4FB7-AD83-53F8A4E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479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913DF-16AB-41A8-8A9E-7BFB4B8D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9850"/>
            <a:ext cx="2628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mock 规则无法完全理解复杂算法；跨文件、第三方库和大型项目解释能力有限。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14295-49FC-4DA1-B5D8-5ACFDAE4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E1C36-3E82-415D-96E3-D973987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33EDD-C5FF-400E-905C-C55EC4A9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后续优化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41712-7727-440D-840B-76E2DAA5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628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接入真实模型，扩展复杂算法样例，增加更细粒度用户反馈和评测维度。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5F5D0-3533-4074-AFB4-727F32DC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GitHub：github.com/dexwin0827/damoxingzuoye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B7B13-CE6D-409D-ADD9-047F0F3B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作业3：大模型应用系统设计与评测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F59D4-B039-4F7B-8246-0E6D0DE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3737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2026-06-08T14:11:00.1640000Z</dcterms:created>
  <dcterms:modified xsi:type="dcterms:W3CDTF">2026-06-08T14:11:00.1640000Z</dcterms:modified>
</coreProperties>
</file>